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4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822960" cy="1005840"/>
          </a:xfrm>
          <a:prstGeom prst="roundRect">
            <a:avLst>
              <a:gd name="adj" fmla="val 5556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Système de Gestion 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Personnelle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74320" y="2907792"/>
            <a:ext cx="4114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035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Projet Final TC SPRING M1 2026  ·  Groupe 2  ·  MSC1 FR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OUMMAD Lamia   ·   BOUZEKRAOUI Youssef   ·   BACHA Rabah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4389120"/>
            <a:ext cx="2194560" cy="36576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· POO · JSON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ce logiciel 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programme Python en ligne de commande qui permet de gérer intégralement une bibliothèque personnelle : catalogue de livres, membres et flux d'emprunts/retours, avec sauvegarde persistante des données.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0574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24028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317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livres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5844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Ajouter, supprimer, rechercher par titre ou auteur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240280"/>
            <a:ext cx="20574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224028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23317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membres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5844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Enregistrer les utilisateurs et suivre leurs emprunts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20574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24028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317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 &amp; Retours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844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Système complet de suivi avec mise à jour des statuts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2240280"/>
            <a:ext cx="20574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224028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3317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23760" y="3108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JSON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35844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Sauvegarde automatique et rechargement au démarrage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16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Partie 1 &amp; 2 — POO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572768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Livre : titre, auteur, annee, isbn, disponible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emprunter() / retourner()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Utilisateur : nom, id, livres_empruntes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emprunter_livre() / retourner_livre()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__str__() pour affichage lisible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316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Partie 3 — Logique métier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1572768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ajouter_livre() avec vérification ISBN unique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supprimer_livre() par ISBN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rechercher_par_titre() et par auteur()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statistiques() : taux d'occupation &amp; détails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sauvegarder_donnees() / charger_donnees() (JSON)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316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Partie 4 — Interface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1928" y="1572768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 à 12 options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while True pour maintenir le programme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try…except sur saisies numériques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JSON au démarrage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à la fermeture (Option 12)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— Le Menu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572000" cy="37490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screens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48056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fonctionnalités accessibles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5087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1–2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23560" y="15270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/ Supprimer un livre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198424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9842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23560" y="20025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par titre ou auteur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2459736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24597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4–6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2478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tous / disponibles / empruntés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2935224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7–8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29535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membres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3410712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34107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9–10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23560" y="3429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/ Retourner un livre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0" y="38862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3886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23560" y="39044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générales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0" y="436168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43616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23560" y="43799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Quitter &amp; Sauvegarder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— Ajout de livres &amp; Emprunts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livre (option 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16736"/>
            <a:ext cx="4114800" cy="19202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screens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53312"/>
            <a:ext cx="402336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 d'un livre (option 9)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316736"/>
            <a:ext cx="4114800" cy="19202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/home/claude/screens/image1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353312"/>
            <a:ext cx="4023360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3401568"/>
            <a:ext cx="2743200" cy="141732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432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5760" y="3913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Validation de l'ISBN unique avant tout ajout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0" y="3401568"/>
            <a:ext cx="2743200" cy="141732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20040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try…except sur l'année et l'ID utilisateur (robustesse)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3401568"/>
            <a:ext cx="2743200" cy="141732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12648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217920" y="3913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Affichage du statut mis à jour en temps réel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Statistiques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titre ou auteur (option 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16736"/>
            <a:ext cx="4206240" cy="21945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screens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53312"/>
            <a:ext cx="4114800" cy="2103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9160" y="987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(option 11)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316736"/>
            <a:ext cx="42062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13167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03520" y="13350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livres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0" y="15544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Nombre total dans la bibliothèque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1883664"/>
            <a:ext cx="4206240" cy="475488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18836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0352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21214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Membres enregistrés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2450592"/>
            <a:ext cx="42062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54880" y="24505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303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d'occupation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0" y="26883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de livres actuellement empruntés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3017520"/>
            <a:ext cx="4206240" cy="475488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54880" y="30175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🔖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30352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 empruntés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03520" y="32552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 détaillée avec ISBN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28600" y="3703320"/>
            <a:ext cx="8686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💡  Recherche insensible à la casse — filtre partiel sur titre ET auteur avec algorithme de liste en compréhension Python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 — JSON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Démarrage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" y="2286000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charger_donnees()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Lit data.json et reconstruit les objets Livre &amp; Utilisateur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35808" y="2286000"/>
            <a:ext cx="914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217627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05840"/>
            <a:ext cx="27432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0241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Utilisation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64408" y="2286000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Toutes les modifications sont gardées en mémoire (listes Python)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61888" y="2286000"/>
            <a:ext cx="914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217627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05840"/>
            <a:ext cx="274320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0241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Fermeture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90488" y="2286000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sauvegarder_donnees()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 12 — sérialise les objets en JSON avec json.dump()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886200"/>
            <a:ext cx="8686800" cy="10058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"livres": [{ "titre": "L'Alchimiste", "auteur": "YOUSSEF", "annee": 2001, "isbn": "999", "disponible": 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}], "utilisateurs": [{ "nom": "SAAD", "id": 1 }] }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&amp; Robustesse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robustesse — saisie invalide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16736"/>
            <a:ext cx="4206240" cy="22860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screens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53312"/>
            <a:ext cx="4114800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10058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00584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4828032" y="1005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0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try…except ValueError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140817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toutes les saisies numériques (ID, Année) — programme ne plante jamais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2029968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2029968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828032" y="202996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86400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Unique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24323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Vérification avant ajout — empêche les doublons dans le catalogue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9160" y="3054096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3054096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4828032" y="3054096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486400" y="3127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emprunts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0" y="34564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Vérifie que le livre est disponible et que l'utilisateur existe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09160" y="4078224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4078224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4828032" y="4078224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486400" y="41513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0" y="44805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Démarrage sans data.json géré proprement — initialise une bibliothèque vide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Conformité — Critères validés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05840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Orientée Objet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Classes Livre &amp; Utilisateur avec attributs et méthodes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73352"/>
            <a:ext cx="868680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673352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données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993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Listes Python pour le catalogue et les membres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340864"/>
            <a:ext cx="8686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2340864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Logique métier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2660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 actions.py séparé, fonctions réutilisables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008376"/>
            <a:ext cx="868680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3008376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/ Sorties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3284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Menu interactif 12 options, input() et print() structurés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675888"/>
            <a:ext cx="8686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3675888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721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3995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Blocs try…except sur toutes saisies numériques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785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343400"/>
            <a:ext cx="868680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" y="4343400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" y="4663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Lecture &amp; écriture JSON avec json.load / json.dump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VALIDÉ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320040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résumé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complet,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et bien structuré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560320" cy="2194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774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fichiers Python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organisés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377440"/>
            <a:ext cx="2560320" cy="2194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3774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5468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24612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fonctionnalités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opérationnelles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377440"/>
            <a:ext cx="2560320" cy="2194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23774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8932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080760" y="37033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critères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l'énoncé validés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OUMMAD Lamia · BOUZEKRAOUI Youssef · BACHA Rabah   |   Groupe 2, MSC1 FR   |   TC SPRING M1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Office PowerPoint</Application>
  <PresentationFormat>Affichage à l'écran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de Bibliothèque Personnelle</dc:title>
  <dc:subject>PptxGenJS Presentation</dc:subject>
  <dc:creator>PptxGenJS</dc:creator>
  <cp:lastModifiedBy>lamia2</cp:lastModifiedBy>
  <cp:revision>1</cp:revision>
  <dcterms:created xsi:type="dcterms:W3CDTF">2026-04-12T22:29:56Z</dcterms:created>
  <dcterms:modified xsi:type="dcterms:W3CDTF">2026-04-12T22:32:51Z</dcterms:modified>
</cp:coreProperties>
</file>